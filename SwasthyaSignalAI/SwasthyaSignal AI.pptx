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3249-9498-407D-8558-88C53AE2E45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55AD3-CB46-4F0F-A8FB-94711779A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58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3249-9498-407D-8558-88C53AE2E45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55AD3-CB46-4F0F-A8FB-94711779A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28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3249-9498-407D-8558-88C53AE2E45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55AD3-CB46-4F0F-A8FB-94711779A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552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3249-9498-407D-8558-88C53AE2E45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55AD3-CB46-4F0F-A8FB-94711779A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98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3249-9498-407D-8558-88C53AE2E45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55AD3-CB46-4F0F-A8FB-94711779A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775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3249-9498-407D-8558-88C53AE2E45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55AD3-CB46-4F0F-A8FB-94711779A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867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3249-9498-407D-8558-88C53AE2E45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55AD3-CB46-4F0F-A8FB-94711779A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940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3249-9498-407D-8558-88C53AE2E45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55AD3-CB46-4F0F-A8FB-94711779A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35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3249-9498-407D-8558-88C53AE2E45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55AD3-CB46-4F0F-A8FB-94711779A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471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3249-9498-407D-8558-88C53AE2E45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55AD3-CB46-4F0F-A8FB-94711779A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007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3249-9498-407D-8558-88C53AE2E45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55AD3-CB46-4F0F-A8FB-94711779A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5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3249-9498-407D-8558-88C53AE2E45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55AD3-CB46-4F0F-A8FB-94711779A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040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9996" y="233600"/>
            <a:ext cx="9144000" cy="2387600"/>
          </a:xfrm>
        </p:spPr>
        <p:txBody>
          <a:bodyPr/>
          <a:lstStyle/>
          <a:p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Swasthya Signal AI</a:t>
            </a:r>
            <a:b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1312" y="2367186"/>
            <a:ext cx="10496505" cy="3616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 Patient Safety Intelligence from Social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For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Bharath Hackathon 2026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latin typeface="Arial" panose="020B0604020202020204" pitchFamily="34" charset="0"/>
              </a:rPr>
              <a:t>Team Name : ElvaTech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Members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Arun P 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 smtClean="0">
                <a:latin typeface="Arial" panose="020B0604020202020204" pitchFamily="34" charset="0"/>
              </a:rPr>
              <a:t>Prabhu T 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 smtClean="0">
                <a:latin typeface="Arial" panose="020B0604020202020204" pitchFamily="34" charset="0"/>
              </a:rPr>
              <a:t>Sai Krishna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 smtClean="0">
                <a:latin typeface="Arial" panose="020B0604020202020204" pitchFamily="34" charset="0"/>
              </a:rPr>
              <a:t>Rohit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“Turning noisy patient-generated social data into actionable healthcare intelligence.”</a:t>
            </a:r>
          </a:p>
        </p:txBody>
      </p:sp>
    </p:spTree>
    <p:extLst>
      <p:ext uri="{BB962C8B-B14F-4D97-AF65-F5344CB8AC3E}">
        <p14:creationId xmlns:p14="http://schemas.microsoft.com/office/powerpoint/2010/main" val="267190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Problem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5247"/>
            <a:ext cx="10515600" cy="488282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Patient-generated content on platforms like:</a:t>
            </a:r>
          </a:p>
          <a:p>
            <a:r>
              <a:rPr lang="en-US" dirty="0" smtClean="0"/>
              <a:t>X (Twitter) </a:t>
            </a:r>
          </a:p>
          <a:p>
            <a:r>
              <a:rPr lang="en-US" dirty="0" smtClean="0"/>
              <a:t>Reddit </a:t>
            </a:r>
          </a:p>
          <a:p>
            <a:r>
              <a:rPr lang="en-US" dirty="0" smtClean="0"/>
              <a:t>Healthcare forums </a:t>
            </a:r>
          </a:p>
          <a:p>
            <a:r>
              <a:rPr lang="en-US" dirty="0" smtClean="0"/>
              <a:t>Community discussions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contains early indicators of:</a:t>
            </a:r>
          </a:p>
          <a:p>
            <a:r>
              <a:rPr lang="en-US" dirty="0" smtClean="0"/>
              <a:t>adverse drug reactions, </a:t>
            </a:r>
          </a:p>
          <a:p>
            <a:r>
              <a:rPr lang="en-US" dirty="0" smtClean="0"/>
              <a:t>treatment dissatisfaction, </a:t>
            </a:r>
          </a:p>
          <a:p>
            <a:r>
              <a:rPr lang="en-US" dirty="0" smtClean="0"/>
              <a:t>medication safety concerns, </a:t>
            </a:r>
          </a:p>
          <a:p>
            <a:r>
              <a:rPr lang="en-US" dirty="0" smtClean="0"/>
              <a:t>and emerging healthcare risks.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698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466" y="466842"/>
            <a:ext cx="10621711" cy="48571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However, existing systems fail because:</a:t>
            </a:r>
          </a:p>
          <a:p>
            <a:pPr marL="0" indent="0">
              <a:buNone/>
            </a:pPr>
            <a:r>
              <a:rPr lang="en-US" sz="2400" b="1" dirty="0" smtClean="0"/>
              <a:t>Current Challenges</a:t>
            </a:r>
          </a:p>
          <a:p>
            <a:r>
              <a:rPr lang="en-US" sz="2400" dirty="0" smtClean="0"/>
              <a:t>Massive noisy/unstructured data </a:t>
            </a:r>
          </a:p>
          <a:p>
            <a:r>
              <a:rPr lang="en-US" sz="2400" dirty="0" smtClean="0"/>
              <a:t>High false-positive rates </a:t>
            </a:r>
          </a:p>
          <a:p>
            <a:r>
              <a:rPr lang="en-US" sz="2400" dirty="0" smtClean="0"/>
              <a:t>No intelligent prioritization </a:t>
            </a:r>
          </a:p>
          <a:p>
            <a:r>
              <a:rPr lang="en-US" sz="2400" dirty="0" smtClean="0"/>
              <a:t>No explainable escalation </a:t>
            </a:r>
          </a:p>
          <a:p>
            <a:r>
              <a:rPr lang="en-US" sz="2400" dirty="0" smtClean="0"/>
              <a:t>No actionable recommendations </a:t>
            </a:r>
          </a:p>
          <a:p>
            <a:r>
              <a:rPr lang="en-US" sz="2400" dirty="0" smtClean="0"/>
              <a:t>Decision-makers receive dashboards, not decisions </a:t>
            </a: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Result</a:t>
            </a:r>
          </a:p>
          <a:p>
            <a:r>
              <a:rPr lang="en-US" sz="2400" dirty="0" smtClean="0"/>
              <a:t>Critical patient safety signals are often detected too late.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07453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94" y="-2212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Our Solution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194" y="1129010"/>
            <a:ext cx="11571006" cy="552912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SwasthyaSignal AI</a:t>
            </a:r>
          </a:p>
          <a:p>
            <a:r>
              <a:rPr lang="en-US" dirty="0" smtClean="0"/>
              <a:t>An AI-driven decision intelligence platform that: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Core Functions</a:t>
            </a:r>
          </a:p>
          <a:p>
            <a:r>
              <a:rPr lang="en-US" dirty="0" smtClean="0"/>
              <a:t>Filters noisy healthcare discussions</a:t>
            </a:r>
          </a:p>
          <a:p>
            <a:r>
              <a:rPr lang="en-US" dirty="0" smtClean="0"/>
              <a:t>Detects meaningful safety signals</a:t>
            </a:r>
          </a:p>
          <a:p>
            <a:r>
              <a:rPr lang="en-US" dirty="0" smtClean="0"/>
              <a:t>Tracks signal evolution over time</a:t>
            </a:r>
          </a:p>
          <a:p>
            <a:r>
              <a:rPr lang="en-US" dirty="0" smtClean="0"/>
              <a:t>Calculates confidence-based escalation</a:t>
            </a:r>
          </a:p>
          <a:p>
            <a:r>
              <a:rPr lang="en-US" dirty="0" smtClean="0"/>
              <a:t>Generates actionable recommendations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Decision Actions</a:t>
            </a:r>
          </a:p>
          <a:p>
            <a:r>
              <a:rPr lang="en-US" dirty="0" smtClean="0"/>
              <a:t>Monitor</a:t>
            </a:r>
          </a:p>
          <a:p>
            <a:r>
              <a:rPr lang="en-US" dirty="0" smtClean="0"/>
              <a:t>Investigate</a:t>
            </a:r>
          </a:p>
          <a:p>
            <a:r>
              <a:rPr lang="en-US" dirty="0" smtClean="0"/>
              <a:t>Escalate</a:t>
            </a:r>
          </a:p>
          <a:p>
            <a:r>
              <a:rPr lang="en-US" dirty="0" smtClean="0"/>
              <a:t>Key Innovation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“Decision Intelligence, not just Data Visualization.”</a:t>
            </a:r>
          </a:p>
        </p:txBody>
      </p:sp>
    </p:spTree>
    <p:extLst>
      <p:ext uri="{BB962C8B-B14F-4D97-AF65-F5344CB8AC3E}">
        <p14:creationId xmlns:p14="http://schemas.microsoft.com/office/powerpoint/2010/main" val="43968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92901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SYSTEM WORKFLOW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743" y="922946"/>
            <a:ext cx="11058257" cy="5768410"/>
          </a:xfrm>
        </p:spPr>
        <p:txBody>
          <a:bodyPr>
            <a:normAutofit lnSpcReduction="10000"/>
          </a:bodyPr>
          <a:lstStyle/>
          <a:p>
            <a:pPr marL="3657600" lvl="8" indent="0">
              <a:buNone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Social Data Streams</a:t>
            </a:r>
            <a:b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↓</a:t>
            </a:r>
            <a:b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Processing Engine</a:t>
            </a:r>
            <a:b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↓</a:t>
            </a:r>
            <a:b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Signal Detection</a:t>
            </a:r>
            <a:b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↓</a:t>
            </a:r>
            <a:b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Signal Aggregation</a:t>
            </a:r>
            <a:b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↓</a:t>
            </a:r>
            <a:b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Confidence Scoring</a:t>
            </a:r>
            <a:b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↓</a:t>
            </a:r>
            <a:b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Action Engine</a:t>
            </a:r>
            <a:b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↓</a:t>
            </a:r>
            <a:b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Operational Dashboard</a:t>
            </a:r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r>
              <a:rPr lang="en-IN" sz="2200" b="1" dirty="0" smtClean="0"/>
              <a:t>Processing Includes</a:t>
            </a:r>
          </a:p>
          <a:p>
            <a:r>
              <a:rPr lang="en-IN" sz="2200" dirty="0" smtClean="0"/>
              <a:t>Drug extraction </a:t>
            </a:r>
          </a:p>
          <a:p>
            <a:r>
              <a:rPr lang="en-IN" sz="2200" dirty="0" smtClean="0"/>
              <a:t>Symptom detection </a:t>
            </a:r>
          </a:p>
          <a:p>
            <a:r>
              <a:rPr lang="en-IN" sz="2200" dirty="0" smtClean="0"/>
              <a:t>Sentiment analysis </a:t>
            </a:r>
          </a:p>
          <a:p>
            <a:r>
              <a:rPr lang="en-IN" sz="2200" dirty="0" smtClean="0"/>
              <a:t>Adverse event identification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4112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745" y="153824"/>
            <a:ext cx="10930070" cy="634098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b="1" dirty="0" smtClean="0"/>
              <a:t>Signal Lifecycle Model</a:t>
            </a:r>
          </a:p>
          <a:p>
            <a:pPr marL="0" indent="0">
              <a:buNone/>
            </a:pPr>
            <a:r>
              <a:rPr lang="en-IN" sz="2400" b="1" dirty="0" smtClean="0"/>
              <a:t>Emerging Signal</a:t>
            </a:r>
          </a:p>
          <a:p>
            <a:r>
              <a:rPr lang="en-IN" sz="2400" dirty="0" smtClean="0"/>
              <a:t>Low confidence</a:t>
            </a:r>
            <a:br>
              <a:rPr lang="en-IN" sz="2400" dirty="0" smtClean="0"/>
            </a:br>
            <a:r>
              <a:rPr lang="en-IN" sz="2400" dirty="0" smtClean="0"/>
              <a:t>→ Monitoring phase</a:t>
            </a:r>
          </a:p>
          <a:p>
            <a:pPr marL="0" indent="0">
              <a:buNone/>
            </a:pPr>
            <a:endParaRPr lang="en-IN" sz="2400" b="1" dirty="0" smtClean="0"/>
          </a:p>
          <a:p>
            <a:pPr marL="0" indent="0">
              <a:buNone/>
            </a:pPr>
            <a:r>
              <a:rPr lang="en-IN" sz="2400" b="1" dirty="0" smtClean="0"/>
              <a:t>Growing Signal</a:t>
            </a:r>
          </a:p>
          <a:p>
            <a:r>
              <a:rPr lang="en-IN" sz="2400" dirty="0" smtClean="0"/>
              <a:t>Medium confidence</a:t>
            </a:r>
            <a:br>
              <a:rPr lang="en-IN" sz="2400" dirty="0" smtClean="0"/>
            </a:br>
            <a:r>
              <a:rPr lang="en-IN" sz="2400" dirty="0" smtClean="0"/>
              <a:t>→ Investigation phase</a:t>
            </a:r>
          </a:p>
          <a:p>
            <a:pPr marL="0" indent="0">
              <a:buNone/>
            </a:pPr>
            <a:endParaRPr lang="en-IN" sz="2400" b="1" dirty="0" smtClean="0"/>
          </a:p>
          <a:p>
            <a:pPr marL="0" indent="0">
              <a:buNone/>
            </a:pPr>
            <a:r>
              <a:rPr lang="en-IN" sz="2400" b="1" dirty="0" smtClean="0"/>
              <a:t>Critical Signal</a:t>
            </a:r>
          </a:p>
          <a:p>
            <a:r>
              <a:rPr lang="en-IN" sz="2400" dirty="0" smtClean="0"/>
              <a:t>High confidence</a:t>
            </a:r>
            <a:br>
              <a:rPr lang="en-IN" sz="2400" dirty="0" smtClean="0"/>
            </a:br>
            <a:r>
              <a:rPr lang="en-IN" sz="2400" dirty="0" smtClean="0"/>
              <a:t>→ Escalation phase</a:t>
            </a:r>
          </a:p>
          <a:p>
            <a:pPr marL="0" indent="0">
              <a:buNone/>
            </a:pPr>
            <a:endParaRPr lang="en-IN" sz="2400" b="1" dirty="0" smtClean="0"/>
          </a:p>
          <a:p>
            <a:pPr marL="0" indent="0">
              <a:buNone/>
            </a:pPr>
            <a:r>
              <a:rPr lang="en-IN" sz="2400" b="1" dirty="0" smtClean="0"/>
              <a:t>Innovation</a:t>
            </a:r>
          </a:p>
          <a:p>
            <a:r>
              <a:rPr lang="en-IN" sz="2400" dirty="0" smtClean="0"/>
              <a:t>Signals evolve dynamically instead of remaining static alerts.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5238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820" y="321565"/>
            <a:ext cx="11382287" cy="6010869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IN" sz="4000" b="1" dirty="0" smtClean="0"/>
              <a:t>Key Features</a:t>
            </a:r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r>
              <a:rPr lang="en-IN" b="1" dirty="0" smtClean="0"/>
              <a:t>Real-Time Simulated Data Ingestion</a:t>
            </a:r>
          </a:p>
          <a:p>
            <a:pPr marL="0" indent="0">
              <a:buNone/>
            </a:pPr>
            <a:r>
              <a:rPr lang="en-IN" dirty="0" smtClean="0"/>
              <a:t>	Continuous monitoring pipeline</a:t>
            </a:r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r>
              <a:rPr lang="en-IN" b="1" dirty="0" smtClean="0"/>
              <a:t>Signal Detection &amp; Aggregation</a:t>
            </a:r>
          </a:p>
          <a:p>
            <a:pPr marL="0" indent="0">
              <a:buNone/>
            </a:pPr>
            <a:r>
              <a:rPr lang="en-IN" dirty="0" smtClean="0"/>
              <a:t>	Identifies meaningful healthcare patterns</a:t>
            </a:r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r>
              <a:rPr lang="en-IN" b="1" dirty="0" smtClean="0"/>
              <a:t>Explainable Escalation</a:t>
            </a:r>
          </a:p>
          <a:p>
            <a:pPr marL="0" indent="0">
              <a:buNone/>
            </a:pPr>
            <a:r>
              <a:rPr lang="en-IN" dirty="0" smtClean="0"/>
              <a:t>	Shows WHY a signal was flagged</a:t>
            </a:r>
          </a:p>
          <a:p>
            <a:pPr marL="0" indent="0">
              <a:buNone/>
            </a:pPr>
            <a:r>
              <a:rPr lang="en-IN" b="1" dirty="0" smtClean="0"/>
              <a:t>Confidence-Based Prioritization</a:t>
            </a:r>
          </a:p>
          <a:p>
            <a:pPr marL="0" indent="0">
              <a:buNone/>
            </a:pPr>
            <a:r>
              <a:rPr lang="en-IN" dirty="0" smtClean="0"/>
              <a:t>	Reduces false alerts</a:t>
            </a:r>
          </a:p>
          <a:p>
            <a:pPr marL="0" indent="0">
              <a:buNone/>
            </a:pPr>
            <a:r>
              <a:rPr lang="en-IN" b="1" dirty="0" smtClean="0"/>
              <a:t>Interactive Dashboard</a:t>
            </a:r>
          </a:p>
          <a:p>
            <a:pPr marL="0" indent="0">
              <a:buNone/>
            </a:pPr>
            <a:r>
              <a:rPr lang="en-IN" dirty="0" smtClean="0"/>
              <a:t>	Command-</a:t>
            </a:r>
            <a:r>
              <a:rPr lang="en-IN" dirty="0" err="1" smtClean="0"/>
              <a:t>center</a:t>
            </a:r>
            <a:r>
              <a:rPr lang="en-IN" dirty="0" smtClean="0"/>
              <a:t> style monitoring interface</a:t>
            </a:r>
          </a:p>
          <a:p>
            <a:pPr marL="0" indent="0">
              <a:buNone/>
            </a:pPr>
            <a:r>
              <a:rPr lang="en-IN" b="1" dirty="0" smtClean="0"/>
              <a:t>Demo Simulation Controls</a:t>
            </a:r>
          </a:p>
          <a:p>
            <a:r>
              <a:rPr lang="en-IN" dirty="0" smtClean="0"/>
              <a:t>Simulate Spike </a:t>
            </a:r>
          </a:p>
          <a:p>
            <a:r>
              <a:rPr lang="en-IN" dirty="0" smtClean="0"/>
              <a:t>Start / Pause / Stop monitoring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9874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913" y="270290"/>
            <a:ext cx="10989179" cy="6378338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IN" sz="3000" b="1" dirty="0" smtClean="0"/>
              <a:t>TECHNOLOGY STACK</a:t>
            </a:r>
          </a:p>
          <a:p>
            <a:pPr marL="0" indent="0" algn="ctr">
              <a:buNone/>
            </a:pPr>
            <a:endParaRPr lang="en-IN" sz="3000" b="1" dirty="0" smtClean="0"/>
          </a:p>
          <a:p>
            <a:pPr marL="0" indent="0">
              <a:buNone/>
            </a:pPr>
            <a:r>
              <a:rPr lang="en-IN" sz="2600" b="1" dirty="0" smtClean="0"/>
              <a:t>Frontend</a:t>
            </a:r>
          </a:p>
          <a:p>
            <a:r>
              <a:rPr lang="en-IN" sz="2600" dirty="0" smtClean="0"/>
              <a:t>React </a:t>
            </a:r>
          </a:p>
          <a:p>
            <a:r>
              <a:rPr lang="en-IN" sz="2600" dirty="0" err="1" smtClean="0"/>
              <a:t>Vite</a:t>
            </a:r>
            <a:r>
              <a:rPr lang="en-IN" sz="2600" dirty="0" smtClean="0"/>
              <a:t> </a:t>
            </a:r>
          </a:p>
          <a:p>
            <a:r>
              <a:rPr lang="en-IN" sz="2600" dirty="0" smtClean="0"/>
              <a:t>JavaScript </a:t>
            </a:r>
          </a:p>
          <a:p>
            <a:r>
              <a:rPr lang="en-IN" sz="2600" dirty="0" smtClean="0"/>
              <a:t>Custom CSS </a:t>
            </a:r>
          </a:p>
          <a:p>
            <a:pPr marL="0" indent="0">
              <a:buNone/>
            </a:pPr>
            <a:endParaRPr lang="en-IN" sz="2600" b="1" dirty="0" smtClean="0"/>
          </a:p>
          <a:p>
            <a:pPr marL="0" indent="0">
              <a:buNone/>
            </a:pPr>
            <a:r>
              <a:rPr lang="en-IN" sz="2600" b="1" dirty="0" smtClean="0"/>
              <a:t>Intelligence Layer</a:t>
            </a:r>
          </a:p>
          <a:p>
            <a:r>
              <a:rPr lang="en-IN" sz="2600" dirty="0" smtClean="0"/>
              <a:t>Rule-based processing </a:t>
            </a:r>
          </a:p>
          <a:p>
            <a:r>
              <a:rPr lang="en-IN" sz="2600" dirty="0" smtClean="0"/>
              <a:t>Signal aggregation engine </a:t>
            </a:r>
          </a:p>
          <a:p>
            <a:r>
              <a:rPr lang="en-IN" sz="2600" dirty="0" smtClean="0"/>
              <a:t>Confidence threshold system </a:t>
            </a:r>
          </a:p>
          <a:p>
            <a:pPr marL="0" indent="0">
              <a:buNone/>
            </a:pPr>
            <a:endParaRPr lang="en-IN" sz="2600" b="1" dirty="0" smtClean="0"/>
          </a:p>
          <a:p>
            <a:pPr marL="0" indent="0">
              <a:buNone/>
            </a:pPr>
            <a:r>
              <a:rPr lang="en-IN" sz="2600" b="1" dirty="0" smtClean="0"/>
              <a:t>Architecture Design</a:t>
            </a:r>
          </a:p>
          <a:p>
            <a:r>
              <a:rPr lang="en-IN" sz="2600" dirty="0" smtClean="0"/>
              <a:t>Modular components </a:t>
            </a:r>
          </a:p>
          <a:p>
            <a:r>
              <a:rPr lang="en-IN" sz="2600" dirty="0" smtClean="0"/>
              <a:t>Deterministic workflows </a:t>
            </a:r>
          </a:p>
          <a:p>
            <a:r>
              <a:rPr lang="en-IN" sz="2600" dirty="0" smtClean="0"/>
              <a:t>Real-time dashboard simulation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0947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734" y="219015"/>
            <a:ext cx="10980634" cy="647234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 smtClean="0"/>
              <a:t>Innovation Highlights</a:t>
            </a:r>
          </a:p>
          <a:p>
            <a:pPr marL="0" indent="0">
              <a:buNone/>
            </a:pPr>
            <a:r>
              <a:rPr lang="en-US" sz="2400" b="1" dirty="0" smtClean="0"/>
              <a:t>Decision Intelligence</a:t>
            </a:r>
          </a:p>
          <a:p>
            <a:r>
              <a:rPr lang="en-US" sz="2400" dirty="0" smtClean="0"/>
              <a:t>Focuses on operational actions</a:t>
            </a:r>
          </a:p>
          <a:p>
            <a:endParaRPr 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Explainable AI</a:t>
            </a:r>
          </a:p>
          <a:p>
            <a:r>
              <a:rPr lang="en-US" sz="2400" dirty="0" smtClean="0"/>
              <a:t>Transparent escalation reasoning</a:t>
            </a: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Lifecycle-Based Risk Tracking</a:t>
            </a:r>
          </a:p>
          <a:p>
            <a:r>
              <a:rPr lang="en-US" sz="2400" dirty="0" smtClean="0"/>
              <a:t>Tracks evolving healthcare risks</a:t>
            </a: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Operational Monitoring</a:t>
            </a:r>
          </a:p>
          <a:p>
            <a:r>
              <a:rPr lang="en-US" sz="2400" dirty="0" smtClean="0"/>
              <a:t>Built like a real command center</a:t>
            </a: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Scalable Architecture</a:t>
            </a:r>
          </a:p>
          <a:p>
            <a:r>
              <a:rPr lang="en-US" sz="2400" dirty="0" smtClean="0"/>
              <a:t>Supports future real-world deployment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0233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107" y="230736"/>
            <a:ext cx="10981345" cy="63409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1" dirty="0" smtClean="0"/>
              <a:t>Real-World Impact</a:t>
            </a:r>
          </a:p>
          <a:p>
            <a:pPr marL="0" indent="0">
              <a:buNone/>
            </a:pPr>
            <a:r>
              <a:rPr lang="en-IN" sz="2400" b="1" dirty="0" smtClean="0"/>
              <a:t>Enables</a:t>
            </a:r>
          </a:p>
          <a:p>
            <a:r>
              <a:rPr lang="en-IN" sz="2400" dirty="0" smtClean="0"/>
              <a:t>Early risk detection </a:t>
            </a:r>
          </a:p>
          <a:p>
            <a:r>
              <a:rPr lang="en-IN" sz="2400" dirty="0" smtClean="0"/>
              <a:t>Faster healthcare response </a:t>
            </a:r>
          </a:p>
          <a:p>
            <a:r>
              <a:rPr lang="en-IN" sz="2400" dirty="0" smtClean="0"/>
              <a:t>Reduced false alerts </a:t>
            </a:r>
          </a:p>
          <a:p>
            <a:r>
              <a:rPr lang="en-IN" sz="2400" dirty="0" smtClean="0"/>
              <a:t>Better operational visibility </a:t>
            </a:r>
          </a:p>
          <a:p>
            <a:pPr marL="0" indent="0">
              <a:buNone/>
            </a:pPr>
            <a:endParaRPr lang="en-IN" sz="2400" dirty="0" smtClean="0"/>
          </a:p>
          <a:p>
            <a:pPr marL="0" indent="0">
              <a:buNone/>
            </a:pPr>
            <a:r>
              <a:rPr lang="en-IN" sz="2400" b="1" dirty="0" smtClean="0"/>
              <a:t>Future Scope</a:t>
            </a:r>
          </a:p>
          <a:p>
            <a:r>
              <a:rPr lang="en-IN" sz="2400" dirty="0" smtClean="0"/>
              <a:t>Real API integrations </a:t>
            </a:r>
          </a:p>
          <a:p>
            <a:r>
              <a:rPr lang="en-IN" sz="2400" dirty="0" smtClean="0"/>
              <a:t>ML-based credibility scoring </a:t>
            </a:r>
          </a:p>
          <a:p>
            <a:r>
              <a:rPr lang="en-IN" sz="2400" dirty="0" smtClean="0"/>
              <a:t>Multi-language support </a:t>
            </a:r>
          </a:p>
          <a:p>
            <a:r>
              <a:rPr lang="en-IN" sz="2400" dirty="0" smtClean="0"/>
              <a:t>Government healthcare integrations </a:t>
            </a:r>
          </a:p>
          <a:p>
            <a:r>
              <a:rPr lang="en-IN" sz="2400" dirty="0" smtClean="0"/>
              <a:t>Advanced NLP pipelines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2064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368" y="219016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Conclusion</a:t>
            </a:r>
          </a:p>
          <a:p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SwasthyaSignal</a:t>
            </a:r>
            <a:r>
              <a:rPr lang="en-IN" dirty="0" smtClean="0"/>
              <a:t> AI transforms fragmented patient discussions into:</a:t>
            </a:r>
          </a:p>
          <a:p>
            <a:endParaRPr lang="en-IN" dirty="0" smtClean="0"/>
          </a:p>
          <a:p>
            <a:r>
              <a:rPr lang="en-IN" b="1" dirty="0" smtClean="0"/>
              <a:t>Validated</a:t>
            </a:r>
          </a:p>
          <a:p>
            <a:r>
              <a:rPr lang="en-IN" b="1" dirty="0" smtClean="0"/>
              <a:t>Prioritized</a:t>
            </a:r>
          </a:p>
          <a:p>
            <a:r>
              <a:rPr lang="en-IN" b="1" dirty="0" smtClean="0"/>
              <a:t>Explainable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Actionable Patient Safety Intelligence</a:t>
            </a:r>
          </a:p>
          <a:p>
            <a:endParaRPr lang="en-IN" dirty="0" smtClean="0"/>
          </a:p>
          <a:p>
            <a:r>
              <a:rPr lang="en-IN" dirty="0" smtClean="0"/>
              <a:t>“AI-powered operational intelligence for smarter healthcare decisions.”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6114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5429" y="2845750"/>
            <a:ext cx="5836778" cy="8460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6000" dirty="0" smtClean="0"/>
              <a:t>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808359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306</Words>
  <Application>Microsoft Office PowerPoint</Application>
  <PresentationFormat>Widescreen</PresentationFormat>
  <Paragraphs>148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Swasthya Signal AI </vt:lpstr>
      <vt:lpstr>The Problem</vt:lpstr>
      <vt:lpstr>PowerPoint Presentation</vt:lpstr>
      <vt:lpstr>Our Solution</vt:lpstr>
      <vt:lpstr>SYSTEM WORKFLOW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SwasthyaSignal AI</dc:title>
  <dc:creator>LENOVO</dc:creator>
  <cp:lastModifiedBy>LENOVO</cp:lastModifiedBy>
  <cp:revision>21</cp:revision>
  <dcterms:created xsi:type="dcterms:W3CDTF">2026-05-06T11:14:16Z</dcterms:created>
  <dcterms:modified xsi:type="dcterms:W3CDTF">2026-05-06T15:22:17Z</dcterms:modified>
</cp:coreProperties>
</file>