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13" autoAdjust="0"/>
    <p:restoredTop sz="94660"/>
  </p:normalViewPr>
  <p:slideViewPr>
    <p:cSldViewPr snapToGrid="0">
      <p:cViewPr varScale="1">
        <p:scale>
          <a:sx n="84" d="100"/>
          <a:sy n="84" d="100"/>
        </p:scale>
        <p:origin x="1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3D744FD-ECD3-420F-8525-805930DD31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56422330-A04B-DAAC-647D-E8CA6F87D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006CC0A-17B6-A799-38F6-3C822C9F0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D211-2C38-4DD1-B86C-C9547772BB1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CA8432D-1310-6593-9347-C4D5CB204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84C000A-688A-AE8D-89B7-1AA4B16AB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EBA4F-EE07-4D81-AF7D-F60EEE93E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4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0F8BE20-99EA-FDB1-362A-8728F90CB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5C08A09-45B8-A675-1BF3-46BDCAD69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DFF8BCC-C7B8-1689-5FC0-CE826F1EA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D211-2C38-4DD1-B86C-C9547772BB1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E05173E-E61F-7C43-6967-4BABD67BF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0CADC13-976C-D251-C7E9-0AC7A6FB0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EBA4F-EE07-4D81-AF7D-F60EEE93E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27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654B4F3-A7B7-26B8-57DD-736FB769A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8B83E8C-9910-05BD-C7CB-F8B0E210E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F6C97E3-F811-C09C-FD00-8FE59CBD7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D211-2C38-4DD1-B86C-C9547772BB1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E028E64-ED26-2000-DF3E-3F13F40F7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741C707-BC75-B15D-5B5E-A62DD7D7F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EBA4F-EE07-4D81-AF7D-F60EEE93E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786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22566B5-972C-993A-D1D3-FDC7EC0D9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C84E394-2E99-3573-8AEF-3F42C6EEB1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8F8E8E3E-E5C9-38AA-6477-CA4A5E340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19E7A4B4-FF3F-533A-906C-655BADFDA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D211-2C38-4DD1-B86C-C9547772BB1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8AA181F-A466-0FDE-A3FB-D8C2C8607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BF36FFF-93B2-1E3F-9937-39801D79F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EBA4F-EE07-4D81-AF7D-F60EEE93E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829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9F2C15C-5A44-3C4C-10B8-F43F63AEB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DD5DC5E-D66E-36F5-8248-DD420E0BD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1A0B6FDD-AA2C-0061-B677-A00FE0D5D0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CFAA15B5-7954-9324-B312-9626FF0182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0D37ED19-3CC3-978F-B9C9-BFE2077E30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DA103E6A-9E9F-FEE6-B4D6-0E6CE9F81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D211-2C38-4DD1-B86C-C9547772BB1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8DDC1E07-B32D-0E4F-0AAC-C1E602E3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60F3B5AF-6405-0B37-BB84-79BD6C159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EBA4F-EE07-4D81-AF7D-F60EEE93E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157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6295253-A656-550B-96E5-8ADB63CBC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9A30F33E-DE2B-8752-0984-AEB4509DB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D211-2C38-4DD1-B86C-C9547772BB1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FF11B6A0-95B0-1EA6-689D-374A37E6F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F20ABA0-33A7-940C-803E-A86B30444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EBA4F-EE07-4D81-AF7D-F60EEE93E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919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235D6EED-58AB-2B7C-54F5-A5DF59BD0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D211-2C38-4DD1-B86C-C9547772BB1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E8835F4-9C58-6493-6B5D-405AB7498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8FFBB63-CC16-BAE6-256F-1655135D5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EBA4F-EE07-4D81-AF7D-F60EEE93E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573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8DA4B1F-7B8B-4E6A-30E1-008ECECC7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80B9F44-C8D0-48E0-7ECE-0E33C1BFA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F92F916-9AA6-5059-A22F-7A763B9A8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C531F4A-9685-9C2C-E839-213F6891C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D211-2C38-4DD1-B86C-C9547772BB1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1AFF3996-860D-28C3-6422-C450D5B6F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8231FF4-5A0F-F552-5C6B-E7C8A03CE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EBA4F-EE07-4D81-AF7D-F60EEE93E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22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F89888F-86C2-C2BF-D252-DC060055F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5639D40F-5C25-5329-DA6B-2E11E2F6F5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55D56AD-F5A6-BECB-7987-99330AD07D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F2B5296-E533-E397-3DE3-39B10C7C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D211-2C38-4DD1-B86C-C9547772BB1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BE1D68C-8ED1-B4C0-FE8F-E9FEE9E55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540B713-89A3-1D24-122E-FE8927BA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EBA4F-EE07-4D81-AF7D-F60EEE93E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40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6B06FE-8A19-3B6F-3F68-701311288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66690178-2134-4867-EDDA-3613CBFDE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62BA4AF-AD2E-4902-B1CF-20F830FB3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D211-2C38-4DD1-B86C-C9547772BB1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F4D802F-CC0F-EB60-512A-5A766C18C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7FE5502-63DB-FD60-AA24-F446C11AE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EBA4F-EE07-4D81-AF7D-F60EEE93E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861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1A910385-F451-F714-CBC3-549F85A2F3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90F36CD3-85FA-8EFC-F90F-080B6703E6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A342D28-D08A-E5A5-F703-8E3E34E30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D211-2C38-4DD1-B86C-C9547772BB1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4EE7AEC-2351-1CCA-45BA-32E1217AF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7C5C3E9-3CF1-24B4-1A50-95B1B35A4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EBA4F-EE07-4D81-AF7D-F60EEE93E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54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3C79C0B0-8631-DFDF-7289-027D632CC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22744EC-F0A2-B179-88B0-A2AACEC32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21C4269-1E6C-C7A1-0171-446E5AAB37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14D211-2C38-4DD1-B86C-C9547772BB1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20A65B9-34BA-BA80-7A41-12C6A408B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03678D1-DAD2-9F73-1066-0F79B2E03B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5EBA4F-EE07-4D81-AF7D-F60EEE93E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185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245356-8B03-BD0C-028A-1317E78E1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5236" y="171749"/>
            <a:ext cx="9144000" cy="23876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EVision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BESCOM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AF7D88F-8019-30C7-48C6-FFB4D875B7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9790" y="2842788"/>
            <a:ext cx="10139881" cy="3123446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en-US" sz="5500" dirty="0">
                <a:latin typeface="Arial" panose="020B0604020202020204" pitchFamily="34" charset="0"/>
                <a:cs typeface="Arial" panose="020B0604020202020204" pitchFamily="34" charset="0"/>
              </a:rPr>
              <a:t>Behavior-Aware EV Charging &amp; Infrastructure Intelligence</a:t>
            </a:r>
          </a:p>
          <a:p>
            <a:pPr algn="l"/>
            <a:r>
              <a:rPr lang="en-US" sz="5500" dirty="0">
                <a:latin typeface="Arial" panose="020B0604020202020204" pitchFamily="34" charset="0"/>
                <a:cs typeface="Arial" panose="020B0604020202020204" pitchFamily="34" charset="0"/>
              </a:rPr>
              <a:t>For BESCOM Smart Grid Optimization </a:t>
            </a:r>
          </a:p>
          <a:p>
            <a:pPr algn="l"/>
            <a:endParaRPr lang="en-US" sz="5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500" b="1" dirty="0">
                <a:latin typeface="Arial" panose="020B0604020202020204" pitchFamily="34" charset="0"/>
              </a:rPr>
              <a:t>AI For Bharath Hackathon 2026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500" b="1" dirty="0">
                <a:latin typeface="Arial" panose="020B0604020202020204" pitchFamily="34" charset="0"/>
              </a:rPr>
              <a:t>Team Name : ElvaTech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500" b="1" dirty="0">
                <a:latin typeface="Arial" panose="020B0604020202020204" pitchFamily="34" charset="0"/>
              </a:rPr>
              <a:t>Team Members</a:t>
            </a:r>
            <a:endParaRPr lang="en-US" sz="5500" dirty="0">
              <a:latin typeface="Arial" panose="020B0604020202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5500" dirty="0">
                <a:latin typeface="Arial" panose="020B0604020202020204" pitchFamily="34" charset="0"/>
              </a:rPr>
              <a:t>Arun P N 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5500" dirty="0">
                <a:latin typeface="Arial" panose="020B0604020202020204" pitchFamily="34" charset="0"/>
              </a:rPr>
              <a:t>Prabhu T P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5500" dirty="0">
                <a:latin typeface="Arial" panose="020B0604020202020204" pitchFamily="34" charset="0"/>
              </a:rPr>
              <a:t>Sai Krishna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5500" dirty="0">
                <a:latin typeface="Arial" panose="020B0604020202020204" pitchFamily="34" charset="0"/>
              </a:rPr>
              <a:t>Rohit</a:t>
            </a: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590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8A86AAB-5C4B-B0B3-EBB8-D54BA4C6F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C090AD5-3DCE-8B72-0EBE-F34BFDD54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 adoption is growing rapidly in Bengaluru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Charging demand is: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Time clustered (evening peaks)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Location clustered (urban zones)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Causes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localized grid overload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Existing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systems: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Assume users follow recommendations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Ignore real-world behavior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015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33BBCA7-A843-E0DF-8CF7-6C22EDF00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Core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4C53FF6-5FCF-CAFA-5B4E-2E600A668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Current systems miss 3 critical factors: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User behavior variability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Real-time grid stress adaptation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Future uncertainty in demand 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Result: Inefficient planning &amp; overload risk</a:t>
            </a:r>
          </a:p>
        </p:txBody>
      </p:sp>
    </p:spTree>
    <p:extLst>
      <p:ext uri="{BB962C8B-B14F-4D97-AF65-F5344CB8AC3E}">
        <p14:creationId xmlns:p14="http://schemas.microsoft.com/office/powerpoint/2010/main" val="3418220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F4B9FEC-B866-915D-AB73-D060190EE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Our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B1C7800-79A5-445B-E256-31CB54934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EVision AI = Intelligent Decision Layer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Combines: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Behavior-aware demand prediction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Real-time grid response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Scenario-based planning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✔ Works without changing existing systems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552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B933C4D-DF38-3D16-8EA4-E55F95525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Key Innovation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="" xmlns:a16="http://schemas.microsoft.com/office/drawing/2014/main" id="{E18942D3-3A6B-55AF-EC06-EC2260A32C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6282810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Behavior segmentation: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Urgent | Flexible | Habit-based users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Grid classification: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Normal | Warning | Critical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What-if simulation engine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Explainable AI recommendations </a:t>
            </a:r>
          </a:p>
        </p:txBody>
      </p:sp>
    </p:spTree>
    <p:extLst>
      <p:ext uri="{BB962C8B-B14F-4D97-AF65-F5344CB8AC3E}">
        <p14:creationId xmlns:p14="http://schemas.microsoft.com/office/powerpoint/2010/main" val="2473073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4CF7143-8197-AC76-3DDF-81C792402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248E1F0-59F1-08F0-C8B1-C76F2DF66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Frontend: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React Dashboard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Backend: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Node.js APIs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Core Modules: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Demand Prediction Engine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Grid Response Engine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Simulation Engine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Optimization Engine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Synthetic EV + Grid data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539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1DE01A0-5E9D-17AC-4052-E501B118C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7497ECD-BCB1-CE26-2703-02CC5220F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EV + Grid data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Predict demand using behavior models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Detect grid condition (real-time)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 simulations (future scenarios)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Generate recommendations </a:t>
            </a:r>
          </a:p>
          <a:p>
            <a:pPr marL="0" indent="0">
              <a:buNone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Dashboard insights + actions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643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B8EA62E-B0F5-7294-21B7-E838167F8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Output &amp; Dashboard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="" xmlns:a16="http://schemas.microsoft.com/office/drawing/2014/main" id="{2EBA7480-B35B-D24D-EEE7-A12FA45094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7752"/>
            <a:ext cx="4831772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Live grid status (zone-wise)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Demand visualization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Charging recommendations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Infrastructure suggestions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Simulation results </a:t>
            </a:r>
          </a:p>
        </p:txBody>
      </p:sp>
    </p:spTree>
    <p:extLst>
      <p:ext uri="{BB962C8B-B14F-4D97-AF65-F5344CB8AC3E}">
        <p14:creationId xmlns:p14="http://schemas.microsoft.com/office/powerpoint/2010/main" val="1909496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240DA97-7DAE-7B28-8072-CA0A5A5FB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Impact &amp;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C09FEFA-B09D-5F1D-F77D-42F9CA8DF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05047"/>
            <a:ext cx="10515600" cy="4351338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Reduces peak load stress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Improves charging efficiency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Enables smarter infrastructure planning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Scalable for city-wide deployment 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Aligns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with BESCOM &amp; Smart City goals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007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EE303F6-A52E-2AE6-94ED-F06845591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Future Scope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="" xmlns:a16="http://schemas.microsoft.com/office/drawing/2014/main" id="{F3B94247-6B72-8AD8-E9EA-EBC6C2DE58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58260"/>
            <a:ext cx="7607595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BESCOM data integration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AI models (RL-based optimization)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mobile app for smart charging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Policy &amp; tariff integration </a:t>
            </a:r>
          </a:p>
        </p:txBody>
      </p:sp>
    </p:spTree>
    <p:extLst>
      <p:ext uri="{BB962C8B-B14F-4D97-AF65-F5344CB8AC3E}">
        <p14:creationId xmlns:p14="http://schemas.microsoft.com/office/powerpoint/2010/main" val="771808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C41C258-E4F5-3C58-419C-6AACB6940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0446" y="3057543"/>
            <a:ext cx="4196138" cy="7429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67214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253</Words>
  <Application>Microsoft Office PowerPoint</Application>
  <PresentationFormat>Widescreen</PresentationFormat>
  <Paragraphs>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EVision BESCOM</vt:lpstr>
      <vt:lpstr>Problem</vt:lpstr>
      <vt:lpstr>Core Gap</vt:lpstr>
      <vt:lpstr>Our Solution</vt:lpstr>
      <vt:lpstr>Key Innovation</vt:lpstr>
      <vt:lpstr>System Architecture</vt:lpstr>
      <vt:lpstr>How It Works</vt:lpstr>
      <vt:lpstr>Output &amp; Dashboard</vt:lpstr>
      <vt:lpstr>Impact &amp; Value</vt:lpstr>
      <vt:lpstr>Future Scope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EVision Bescom</dc:title>
  <dc:creator>T P, Prabhu</dc:creator>
  <cp:lastModifiedBy>LENOVO</cp:lastModifiedBy>
  <cp:revision>10</cp:revision>
  <dcterms:created xsi:type="dcterms:W3CDTF">2026-05-06T07:03:13Z</dcterms:created>
  <dcterms:modified xsi:type="dcterms:W3CDTF">2026-05-06T15:22:41Z</dcterms:modified>
</cp:coreProperties>
</file>